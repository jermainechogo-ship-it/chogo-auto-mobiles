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854559"/>
            <a:ext cx="8825658" cy="1275008"/>
          </a:xfrm>
        </p:spPr>
        <p:txBody>
          <a:bodyPr/>
          <a:lstStyle/>
          <a:p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3200" dirty="0" smtClean="0"/>
              <a:t>CREATED BY: JERMAINE CHADIVA CHOGO</a:t>
            </a:r>
            <a:br>
              <a:rPr lang="en-US" sz="3200" dirty="0" smtClean="0"/>
            </a:b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3309189"/>
            <a:ext cx="8825658" cy="861420"/>
          </a:xfrm>
        </p:spPr>
        <p:txBody>
          <a:bodyPr>
            <a:normAutofit fontScale="92500"/>
          </a:bodyPr>
          <a:lstStyle/>
          <a:p>
            <a:r>
              <a:rPr lang="en-US" dirty="0"/>
              <a:t>“YOUR MODE OF TRANSPORT IS OUR CONSERN</a:t>
            </a:r>
            <a:r>
              <a:rPr lang="en-US" dirty="0" smtClean="0"/>
              <a:t>”</a:t>
            </a:r>
          </a:p>
          <a:p>
            <a:r>
              <a:rPr lang="en-US" dirty="0" smtClean="0"/>
              <a:t>GOOD MORNING TODAY I’LL BR PRESENTING CHOGO’S  AUTOMOBILES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545465" y="425003"/>
            <a:ext cx="7650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CHOGO’S AUTOMOBILES</a:t>
            </a:r>
          </a:p>
        </p:txBody>
      </p:sp>
    </p:spTree>
    <p:extLst>
      <p:ext uri="{BB962C8B-B14F-4D97-AF65-F5344CB8AC3E}">
        <p14:creationId xmlns:p14="http://schemas.microsoft.com/office/powerpoint/2010/main" val="26406997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5108" y="128789"/>
            <a:ext cx="8825657" cy="746292"/>
          </a:xfrm>
        </p:spPr>
        <p:txBody>
          <a:bodyPr/>
          <a:lstStyle/>
          <a:p>
            <a:r>
              <a:rPr lang="en-US" dirty="0" smtClean="0"/>
              <a:t>PROBLEM STATEMENTS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5107" y="1403116"/>
            <a:ext cx="8825658" cy="860400"/>
          </a:xfrm>
        </p:spPr>
        <p:txBody>
          <a:bodyPr/>
          <a:lstStyle/>
          <a:p>
            <a:r>
              <a:rPr lang="en-US" dirty="0" smtClean="0"/>
              <a:t>Many individuals across the glob face a variety of challenges when it comes to  purchasing vehicles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47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006" y="1159099"/>
            <a:ext cx="9504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SOLUTIONS AVAILABLE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850006" y="3651057"/>
            <a:ext cx="10135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User </a:t>
            </a:r>
            <a:r>
              <a:rPr lang="en-US" dirty="0" err="1" smtClean="0"/>
              <a:t>friendlyness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40157" y="2150772"/>
            <a:ext cx="9169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Our plat for can be accessed online hence making it easy for our user to browse the cars we have instead of coming to  the main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158" y="3039414"/>
            <a:ext cx="7868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Easy purchasing of vehicles</a:t>
            </a:r>
          </a:p>
        </p:txBody>
      </p:sp>
    </p:spTree>
    <p:extLst>
      <p:ext uri="{BB962C8B-B14F-4D97-AF65-F5344CB8AC3E}">
        <p14:creationId xmlns:p14="http://schemas.microsoft.com/office/powerpoint/2010/main" val="28046927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22290"/>
          </a:xfrm>
        </p:spPr>
        <p:txBody>
          <a:bodyPr/>
          <a:lstStyle/>
          <a:p>
            <a:r>
              <a:rPr lang="en-US" dirty="0" smtClean="0"/>
              <a:t>KEY FEATURES IN MY APPLICATION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72732" y="1401410"/>
            <a:ext cx="9682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 smtClean="0"/>
              <a:t>VIEWING OF CARS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746973" y="2021983"/>
            <a:ext cx="973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smtClean="0"/>
              <a:t>CAR SELECTION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746973" y="2642556"/>
            <a:ext cx="9888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smtClean="0"/>
              <a:t>USER REJISTRATION &amp; LOGIN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772732" y="3263129"/>
            <a:ext cx="9890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smtClean="0"/>
              <a:t>PAYMENT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772732" y="3883702"/>
            <a:ext cx="93758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 smtClean="0"/>
              <a:t>ADMIN</a:t>
            </a:r>
            <a:r>
              <a:rPr lang="en-US" dirty="0" smtClean="0"/>
              <a:t> </a:t>
            </a:r>
            <a:r>
              <a:rPr lang="en-US" sz="2400" dirty="0" smtClean="0"/>
              <a:t>MANAGEMENT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4610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474" y="542871"/>
            <a:ext cx="9404723" cy="886684"/>
          </a:xfrm>
        </p:spPr>
        <p:txBody>
          <a:bodyPr/>
          <a:lstStyle/>
          <a:p>
            <a:r>
              <a:rPr lang="en-US" sz="3800" dirty="0" smtClean="0"/>
              <a:t>TECH NILOGY USED IN MY APPLICATION</a:t>
            </a:r>
            <a:endParaRPr lang="en-US" sz="3800" dirty="0"/>
          </a:p>
        </p:txBody>
      </p:sp>
      <p:sp>
        <p:nvSpPr>
          <p:cNvPr id="3" name="TextBox 2"/>
          <p:cNvSpPr txBox="1"/>
          <p:nvPr/>
        </p:nvSpPr>
        <p:spPr>
          <a:xfrm>
            <a:off x="824248" y="1893194"/>
            <a:ext cx="850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FRONTEND: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11369" y="2537138"/>
            <a:ext cx="8551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BACKEND :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7279" y="3271234"/>
            <a:ext cx="8512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mtClean="0"/>
              <a:t>DATABASE 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10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258</TotalTime>
  <Words>101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Century Gothic</vt:lpstr>
      <vt:lpstr>Wingdings</vt:lpstr>
      <vt:lpstr>Wingdings 3</vt:lpstr>
      <vt:lpstr>Ion</vt:lpstr>
      <vt:lpstr> CREATED BY: JERMAINE CHADIVA CHOGO </vt:lpstr>
      <vt:lpstr>PROBLEM STATEMENTS</vt:lpstr>
      <vt:lpstr>PowerPoint Presentation</vt:lpstr>
      <vt:lpstr>KEY FEATURES IN MY APPLICATION</vt:lpstr>
      <vt:lpstr>TECH NILOGY USED IN MY APPLICATION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CHOGO’S AUTOMOBILES CREATED BY: JERMAINE CHADIVA CHOGO</dc:title>
  <dc:creator>chogo</dc:creator>
  <cp:lastModifiedBy>chogo</cp:lastModifiedBy>
  <cp:revision>9</cp:revision>
  <dcterms:created xsi:type="dcterms:W3CDTF">2026-04-25T22:16:34Z</dcterms:created>
  <dcterms:modified xsi:type="dcterms:W3CDTF">2026-04-26T22:52:48Z</dcterms:modified>
</cp:coreProperties>
</file>